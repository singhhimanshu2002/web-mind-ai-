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82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manshu Singh" userId="b153906ffe40e8be" providerId="LiveId" clId="{C2A319EC-829C-4899-9C4C-5A95BAC06AC7}"/>
    <pc:docChg chg="undo custSel modSld">
      <pc:chgData name="Himanshu Singh" userId="b153906ffe40e8be" providerId="LiveId" clId="{C2A319EC-829C-4899-9C4C-5A95BAC06AC7}" dt="2025-12-05T04:07:23.799" v="73" actId="20577"/>
      <pc:docMkLst>
        <pc:docMk/>
      </pc:docMkLst>
      <pc:sldChg chg="modSp mod">
        <pc:chgData name="Himanshu Singh" userId="b153906ffe40e8be" providerId="LiveId" clId="{C2A319EC-829C-4899-9C4C-5A95BAC06AC7}" dt="2025-12-05T04:07:23.799" v="73" actId="20577"/>
        <pc:sldMkLst>
          <pc:docMk/>
          <pc:sldMk cId="0" sldId="256"/>
        </pc:sldMkLst>
        <pc:spChg chg="mod">
          <ac:chgData name="Himanshu Singh" userId="b153906ffe40e8be" providerId="LiveId" clId="{C2A319EC-829C-4899-9C4C-5A95BAC06AC7}" dt="2025-12-05T04:07:23.799" v="73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75843" y="7795772"/>
            <a:ext cx="1649324" cy="33750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630399" cy="28352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75843" y="7795772"/>
            <a:ext cx="1649324" cy="33750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1304" y="621030"/>
            <a:ext cx="11795125" cy="14140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1520" y="1892808"/>
            <a:ext cx="13167360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jpg"/><Relationship Id="rId7" Type="http://schemas.openxmlformats.org/officeDocument/2006/relationships/image" Target="../media/image10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Relationship Id="rId9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1877456"/>
            <a:ext cx="7321550" cy="1523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600"/>
              </a:lnSpc>
              <a:spcBef>
                <a:spcPts val="100"/>
              </a:spcBef>
            </a:pPr>
            <a:r>
              <a:rPr spc="-570" dirty="0"/>
              <a:t>WebMind</a:t>
            </a:r>
            <a:r>
              <a:rPr spc="-220" dirty="0"/>
              <a:t> </a:t>
            </a:r>
            <a:r>
              <a:rPr spc="-520" dirty="0"/>
              <a:t>AI</a:t>
            </a:r>
            <a:r>
              <a:rPr spc="-165" dirty="0"/>
              <a:t> </a:t>
            </a:r>
            <a:r>
              <a:rPr spc="-265" dirty="0"/>
              <a:t>–</a:t>
            </a:r>
            <a:r>
              <a:rPr spc="-190" dirty="0"/>
              <a:t> </a:t>
            </a:r>
            <a:r>
              <a:rPr spc="-500" dirty="0"/>
              <a:t>Advanced</a:t>
            </a:r>
            <a:r>
              <a:rPr spc="-220" dirty="0"/>
              <a:t> </a:t>
            </a:r>
            <a:r>
              <a:rPr spc="-405" dirty="0"/>
              <a:t>AI- </a:t>
            </a:r>
            <a:r>
              <a:rPr spc="-595" dirty="0"/>
              <a:t>Powered</a:t>
            </a:r>
            <a:r>
              <a:rPr spc="-204" dirty="0"/>
              <a:t> </a:t>
            </a:r>
            <a:r>
              <a:rPr spc="-615" dirty="0"/>
              <a:t>Browser</a:t>
            </a:r>
            <a:r>
              <a:rPr spc="-200" dirty="0"/>
              <a:t> </a:t>
            </a:r>
            <a:r>
              <a:rPr spc="-465" dirty="0"/>
              <a:t>Interaction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3204" y="4471021"/>
            <a:ext cx="7435215" cy="2919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 marR="17780">
              <a:lnSpc>
                <a:spcPct val="138400"/>
              </a:lnSpc>
              <a:spcBef>
                <a:spcPts val="90"/>
              </a:spcBef>
            </a:pPr>
            <a:r>
              <a:rPr sz="1750" spc="65" dirty="0">
                <a:solidFill>
                  <a:srgbClr val="272424"/>
                </a:solidFill>
                <a:latin typeface="Tahoma"/>
                <a:cs typeface="Tahoma"/>
              </a:rPr>
              <a:t>Enhancing</a:t>
            </a:r>
            <a:r>
              <a:rPr sz="1750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110" dirty="0">
                <a:solidFill>
                  <a:srgbClr val="272424"/>
                </a:solidFill>
                <a:latin typeface="Tahoma"/>
                <a:cs typeface="Tahoma"/>
              </a:rPr>
              <a:t>Web</a:t>
            </a:r>
            <a:r>
              <a:rPr sz="1750" spc="-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272424"/>
                </a:solidFill>
                <a:latin typeface="Tahoma"/>
                <a:cs typeface="Tahoma"/>
              </a:rPr>
              <a:t>Accessibility</a:t>
            </a:r>
            <a:r>
              <a:rPr sz="1750" spc="-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sz="1750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AI</a:t>
            </a:r>
            <a:r>
              <a:rPr sz="1750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272424"/>
                </a:solidFill>
                <a:latin typeface="Tahoma"/>
                <a:cs typeface="Tahoma"/>
              </a:rPr>
              <a:t>Agents.</a:t>
            </a:r>
            <a:r>
              <a:rPr sz="1750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155" dirty="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sz="1750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272424"/>
                </a:solidFill>
                <a:latin typeface="Tahoma"/>
                <a:cs typeface="Tahoma"/>
              </a:rPr>
              <a:t>presentation</a:t>
            </a:r>
            <a:r>
              <a:rPr sz="1750" spc="-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272424"/>
                </a:solidFill>
                <a:latin typeface="Tahoma"/>
                <a:cs typeface="Tahoma"/>
              </a:rPr>
              <a:t>on</a:t>
            </a:r>
            <a:r>
              <a:rPr sz="1750" spc="-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272424"/>
                </a:solidFill>
                <a:latin typeface="Tahoma"/>
                <a:cs typeface="Tahoma"/>
              </a:rPr>
              <a:t>building </a:t>
            </a:r>
            <a:r>
              <a:rPr sz="1750" spc="65" dirty="0">
                <a:solidFill>
                  <a:srgbClr val="272424"/>
                </a:solidFill>
                <a:latin typeface="Tahoma"/>
                <a:cs typeface="Tahoma"/>
              </a:rPr>
              <a:t>an</a:t>
            </a:r>
            <a:r>
              <a:rPr sz="1750" spc="-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AI-</a:t>
            </a:r>
            <a:r>
              <a:rPr sz="1750" spc="85" dirty="0">
                <a:solidFill>
                  <a:srgbClr val="272424"/>
                </a:solidFill>
                <a:latin typeface="Tahoma"/>
                <a:cs typeface="Tahoma"/>
              </a:rPr>
              <a:t>powered</a:t>
            </a:r>
            <a:r>
              <a:rPr sz="175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272424"/>
                </a:solidFill>
                <a:latin typeface="Tahoma"/>
                <a:cs typeface="Tahoma"/>
              </a:rPr>
              <a:t>browser</a:t>
            </a:r>
            <a:r>
              <a:rPr sz="1750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272424"/>
                </a:solidFill>
                <a:latin typeface="Tahoma"/>
                <a:cs typeface="Tahoma"/>
              </a:rPr>
              <a:t>interaction</a:t>
            </a:r>
            <a:r>
              <a:rPr sz="175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272424"/>
                </a:solidFill>
                <a:latin typeface="Tahoma"/>
                <a:cs typeface="Tahoma"/>
              </a:rPr>
              <a:t>system</a:t>
            </a:r>
            <a:r>
              <a:rPr sz="1750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sz="1750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90" dirty="0">
                <a:solidFill>
                  <a:srgbClr val="272424"/>
                </a:solidFill>
                <a:latin typeface="Tahoma"/>
                <a:cs typeface="Tahoma"/>
              </a:rPr>
              <a:t>seamless</a:t>
            </a:r>
            <a:r>
              <a:rPr sz="175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272424"/>
                </a:solidFill>
                <a:latin typeface="Tahoma"/>
                <a:cs typeface="Tahoma"/>
              </a:rPr>
              <a:t>web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automation.</a:t>
            </a:r>
            <a:r>
              <a:rPr sz="1750" spc="114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Built</a:t>
            </a:r>
            <a:r>
              <a:rPr sz="1750" spc="1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272424"/>
                </a:solidFill>
                <a:latin typeface="Tahoma"/>
                <a:cs typeface="Tahoma"/>
              </a:rPr>
              <a:t>on</a:t>
            </a:r>
            <a:r>
              <a:rPr sz="1750" spc="10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90" dirty="0">
                <a:solidFill>
                  <a:srgbClr val="272424"/>
                </a:solidFill>
                <a:latin typeface="Tahoma"/>
                <a:cs typeface="Tahoma"/>
              </a:rPr>
              <a:t>advanced</a:t>
            </a:r>
            <a:r>
              <a:rPr sz="1750" spc="1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90" dirty="0">
                <a:solidFill>
                  <a:srgbClr val="272424"/>
                </a:solidFill>
                <a:latin typeface="Tahoma"/>
                <a:cs typeface="Tahoma"/>
              </a:rPr>
              <a:t>browser</a:t>
            </a:r>
            <a:r>
              <a:rPr sz="1750" spc="1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automation</a:t>
            </a:r>
            <a:r>
              <a:rPr sz="1750" spc="114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272424"/>
                </a:solidFill>
                <a:latin typeface="Tahoma"/>
                <a:cs typeface="Tahoma"/>
              </a:rPr>
              <a:t>technologies.</a:t>
            </a:r>
            <a:endParaRPr sz="17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75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2200" b="1" spc="-25" dirty="0">
                <a:solidFill>
                  <a:srgbClr val="272424"/>
                </a:solidFill>
                <a:latin typeface="Tahoma"/>
                <a:cs typeface="Tahoma"/>
              </a:rPr>
              <a:t>By:</a:t>
            </a:r>
            <a:endParaRPr sz="2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2200" dirty="0">
              <a:latin typeface="Tahoma"/>
              <a:cs typeface="Tahoma"/>
            </a:endParaRPr>
          </a:p>
          <a:p>
            <a:pPr marL="50800" marR="2275840">
              <a:lnSpc>
                <a:spcPct val="117500"/>
              </a:lnSpc>
            </a:pPr>
            <a:r>
              <a:rPr sz="2200" b="1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2200" b="1" spc="-105" dirty="0">
                <a:solidFill>
                  <a:srgbClr val="272424"/>
                </a:solidFill>
                <a:latin typeface="Tahoma"/>
                <a:cs typeface="Tahoma"/>
              </a:rPr>
              <a:t>Himanshu</a:t>
            </a:r>
            <a:r>
              <a:rPr sz="2200" b="1" spc="-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2200" b="1" spc="-35" dirty="0">
                <a:solidFill>
                  <a:srgbClr val="272424"/>
                </a:solidFill>
                <a:latin typeface="Tahoma"/>
                <a:cs typeface="Tahoma"/>
              </a:rPr>
              <a:t>Singh</a:t>
            </a:r>
            <a:endParaRPr lang="en-US" sz="2200" b="1" spc="-35" dirty="0">
              <a:solidFill>
                <a:srgbClr val="272424"/>
              </a:solidFill>
              <a:latin typeface="Tahoma"/>
              <a:cs typeface="Tahoma"/>
            </a:endParaRPr>
          </a:p>
          <a:p>
            <a:pPr marL="50800" marR="2275840">
              <a:lnSpc>
                <a:spcPct val="117500"/>
              </a:lnSpc>
            </a:pPr>
            <a:r>
              <a:rPr lang="en-IN" sz="2200" b="1" spc="-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lang="en-IN" sz="2200" b="1" spc="-35">
                <a:solidFill>
                  <a:srgbClr val="272424"/>
                </a:solidFill>
                <a:latin typeface="Tahoma"/>
                <a:cs typeface="Tahoma"/>
              </a:rPr>
              <a:t>Sachin </a:t>
            </a:r>
            <a:r>
              <a:rPr lang="en-IN" sz="2200" b="1" spc="-35" dirty="0">
                <a:solidFill>
                  <a:srgbClr val="272424"/>
                </a:solidFill>
                <a:latin typeface="Tahoma"/>
                <a:cs typeface="Tahoma"/>
              </a:rPr>
              <a:t>P</a:t>
            </a:r>
            <a:r>
              <a:rPr lang="en-IN" sz="2200" b="1" spc="-35">
                <a:solidFill>
                  <a:srgbClr val="272424"/>
                </a:solidFill>
                <a:latin typeface="Tahoma"/>
                <a:cs typeface="Tahoma"/>
              </a:rPr>
              <a:t>atel</a:t>
            </a:r>
            <a:endParaRPr sz="2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0870" y="7522595"/>
            <a:ext cx="1819528" cy="59656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12745">
              <a:lnSpc>
                <a:spcPct val="100000"/>
              </a:lnSpc>
              <a:spcBef>
                <a:spcPts val="105"/>
              </a:spcBef>
            </a:pPr>
            <a:r>
              <a:rPr spc="-465" dirty="0"/>
              <a:t>Introduction</a:t>
            </a:r>
            <a:r>
              <a:rPr spc="-240" dirty="0"/>
              <a:t> </a:t>
            </a:r>
            <a:r>
              <a:rPr spc="-434" dirty="0"/>
              <a:t>to</a:t>
            </a:r>
            <a:r>
              <a:rPr spc="-200" dirty="0"/>
              <a:t> </a:t>
            </a:r>
            <a:r>
              <a:rPr spc="-565" dirty="0"/>
              <a:t>WebMind</a:t>
            </a:r>
            <a:r>
              <a:rPr spc="-240" dirty="0"/>
              <a:t> </a:t>
            </a:r>
            <a:r>
              <a:rPr spc="-540" dirty="0"/>
              <a:t>AI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79925" y="1685417"/>
            <a:ext cx="5670550" cy="35045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573015" y="5461761"/>
            <a:ext cx="5554345" cy="184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algn="ctr">
              <a:lnSpc>
                <a:spcPct val="100000"/>
              </a:lnSpc>
              <a:spcBef>
                <a:spcPts val="100"/>
              </a:spcBef>
            </a:pPr>
            <a:r>
              <a:rPr sz="2300" b="1" spc="-285" dirty="0">
                <a:solidFill>
                  <a:srgbClr val="272424"/>
                </a:solidFill>
                <a:latin typeface="Georgia"/>
                <a:cs typeface="Georgia"/>
              </a:rPr>
              <a:t>What</a:t>
            </a:r>
            <a:r>
              <a:rPr sz="2300" b="1" spc="-110" dirty="0">
                <a:solidFill>
                  <a:srgbClr val="272424"/>
                </a:solidFill>
                <a:latin typeface="Georgia"/>
                <a:cs typeface="Georgia"/>
              </a:rPr>
              <a:t> </a:t>
            </a:r>
            <a:r>
              <a:rPr sz="2300" b="1" spc="-175" dirty="0">
                <a:solidFill>
                  <a:srgbClr val="272424"/>
                </a:solidFill>
                <a:latin typeface="Georgia"/>
                <a:cs typeface="Georgia"/>
              </a:rPr>
              <a:t>is</a:t>
            </a:r>
            <a:r>
              <a:rPr sz="2300" b="1" spc="-75" dirty="0">
                <a:solidFill>
                  <a:srgbClr val="272424"/>
                </a:solidFill>
                <a:latin typeface="Georgia"/>
                <a:cs typeface="Georgia"/>
              </a:rPr>
              <a:t> </a:t>
            </a:r>
            <a:r>
              <a:rPr sz="2300" b="1" spc="-280" dirty="0">
                <a:solidFill>
                  <a:srgbClr val="272424"/>
                </a:solidFill>
                <a:latin typeface="Georgia"/>
                <a:cs typeface="Georgia"/>
              </a:rPr>
              <a:t>WebMind</a:t>
            </a:r>
            <a:r>
              <a:rPr sz="2300" b="1" spc="-110" dirty="0">
                <a:solidFill>
                  <a:srgbClr val="272424"/>
                </a:solidFill>
                <a:latin typeface="Georgia"/>
                <a:cs typeface="Georgia"/>
              </a:rPr>
              <a:t> </a:t>
            </a:r>
            <a:r>
              <a:rPr sz="2300" b="1" spc="-285" dirty="0">
                <a:solidFill>
                  <a:srgbClr val="272424"/>
                </a:solidFill>
                <a:latin typeface="Georgia"/>
                <a:cs typeface="Georgia"/>
              </a:rPr>
              <a:t>AI?</a:t>
            </a:r>
            <a:endParaRPr sz="2300">
              <a:latin typeface="Georgia"/>
              <a:cs typeface="Georgia"/>
            </a:endParaRPr>
          </a:p>
          <a:p>
            <a:pPr marL="621030" marR="681990">
              <a:lnSpc>
                <a:spcPts val="3860"/>
              </a:lnSpc>
              <a:spcBef>
                <a:spcPts val="315"/>
              </a:spcBef>
            </a:pP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AI-</a:t>
            </a:r>
            <a:r>
              <a:rPr sz="1750" spc="85" dirty="0">
                <a:solidFill>
                  <a:srgbClr val="272424"/>
                </a:solidFill>
                <a:latin typeface="Tahoma"/>
                <a:cs typeface="Tahoma"/>
              </a:rPr>
              <a:t>powered</a:t>
            </a:r>
            <a:r>
              <a:rPr sz="1750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90" dirty="0">
                <a:solidFill>
                  <a:srgbClr val="272424"/>
                </a:solidFill>
                <a:latin typeface="Tahoma"/>
                <a:cs typeface="Tahoma"/>
              </a:rPr>
              <a:t>browser</a:t>
            </a:r>
            <a:r>
              <a:rPr sz="1750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272424"/>
                </a:solidFill>
                <a:latin typeface="Tahoma"/>
                <a:cs typeface="Tahoma"/>
              </a:rPr>
              <a:t>interaction</a:t>
            </a:r>
            <a:r>
              <a:rPr sz="175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272424"/>
                </a:solidFill>
                <a:latin typeface="Tahoma"/>
                <a:cs typeface="Tahoma"/>
              </a:rPr>
              <a:t>system. </a:t>
            </a:r>
            <a:r>
              <a:rPr sz="1750" spc="95" dirty="0">
                <a:solidFill>
                  <a:srgbClr val="272424"/>
                </a:solidFill>
                <a:latin typeface="Tahoma"/>
                <a:cs typeface="Tahoma"/>
              </a:rPr>
              <a:t>Seamless</a:t>
            </a:r>
            <a:r>
              <a:rPr sz="175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105" dirty="0">
                <a:solidFill>
                  <a:srgbClr val="272424"/>
                </a:solidFill>
                <a:latin typeface="Tahoma"/>
                <a:cs typeface="Tahoma"/>
              </a:rPr>
              <a:t>web</a:t>
            </a:r>
            <a:r>
              <a:rPr sz="1750" spc="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automation</a:t>
            </a:r>
            <a:r>
              <a:rPr sz="1750" spc="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sz="175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AI</a:t>
            </a:r>
            <a:r>
              <a:rPr sz="1750" spc="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272424"/>
                </a:solidFill>
                <a:latin typeface="Tahoma"/>
                <a:cs typeface="Tahoma"/>
              </a:rPr>
              <a:t>agents.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Built</a:t>
            </a:r>
            <a:r>
              <a:rPr sz="1750" spc="75" dirty="0">
                <a:solidFill>
                  <a:srgbClr val="272424"/>
                </a:solidFill>
                <a:latin typeface="Tahoma"/>
                <a:cs typeface="Tahoma"/>
              </a:rPr>
              <a:t> on</a:t>
            </a:r>
            <a:r>
              <a:rPr sz="1750" spc="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90" dirty="0">
                <a:solidFill>
                  <a:srgbClr val="272424"/>
                </a:solidFill>
                <a:latin typeface="Tahoma"/>
                <a:cs typeface="Tahoma"/>
              </a:rPr>
              <a:t>advanced</a:t>
            </a:r>
            <a:r>
              <a:rPr sz="1750" spc="10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90" dirty="0">
                <a:solidFill>
                  <a:srgbClr val="272424"/>
                </a:solidFill>
                <a:latin typeface="Tahoma"/>
                <a:cs typeface="Tahoma"/>
              </a:rPr>
              <a:t>browser</a:t>
            </a:r>
            <a:r>
              <a:rPr sz="1750" spc="9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automation</a:t>
            </a:r>
            <a:r>
              <a:rPr sz="1750" spc="7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272424"/>
                </a:solidFill>
                <a:latin typeface="Tahoma"/>
                <a:cs typeface="Tahoma"/>
              </a:rPr>
              <a:t>technologies.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80400" y="4505578"/>
            <a:ext cx="6350000" cy="3627754"/>
            <a:chOff x="8280400" y="4505578"/>
            <a:chExt cx="6350000" cy="362775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10871" y="7522594"/>
              <a:ext cx="1819528" cy="59656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0400" y="4505578"/>
              <a:ext cx="4842890" cy="301701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4989" rIns="0" bIns="0" rtlCol="0">
            <a:spAutoFit/>
          </a:bodyPr>
          <a:lstStyle/>
          <a:p>
            <a:pPr marL="3691254">
              <a:lnSpc>
                <a:spcPct val="100000"/>
              </a:lnSpc>
              <a:spcBef>
                <a:spcPts val="105"/>
              </a:spcBef>
            </a:pPr>
            <a:r>
              <a:rPr sz="3550" spc="-455" dirty="0"/>
              <a:t>Key</a:t>
            </a:r>
            <a:r>
              <a:rPr sz="3550" spc="-170" dirty="0"/>
              <a:t> </a:t>
            </a:r>
            <a:r>
              <a:rPr sz="3550" spc="-390" dirty="0"/>
              <a:t>Features</a:t>
            </a:r>
            <a:r>
              <a:rPr sz="3550" spc="-160" dirty="0"/>
              <a:t> </a:t>
            </a:r>
            <a:r>
              <a:rPr sz="3550" spc="-330" dirty="0"/>
              <a:t>of</a:t>
            </a:r>
            <a:r>
              <a:rPr sz="3550" spc="-150" dirty="0"/>
              <a:t> </a:t>
            </a:r>
            <a:r>
              <a:rPr sz="3550" spc="-425" dirty="0"/>
              <a:t>WebMind</a:t>
            </a:r>
            <a:r>
              <a:rPr sz="3550" spc="-185" dirty="0"/>
              <a:t> </a:t>
            </a:r>
            <a:r>
              <a:rPr sz="3550" spc="-415" dirty="0"/>
              <a:t>AI</a:t>
            </a:r>
            <a:endParaRPr sz="355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0666" y="2101342"/>
            <a:ext cx="2120011" cy="212001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68422" y="2101342"/>
            <a:ext cx="2120011" cy="212001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26228" y="2101342"/>
            <a:ext cx="2120010" cy="212001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84033" y="2101342"/>
            <a:ext cx="2120010" cy="212001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641840" y="2101342"/>
            <a:ext cx="2120011" cy="212001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899518" y="2101342"/>
            <a:ext cx="2120011" cy="212001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90499" y="4553787"/>
            <a:ext cx="2804795" cy="25806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95" dirty="0">
                <a:solidFill>
                  <a:srgbClr val="272424"/>
                </a:solidFill>
                <a:latin typeface="Tahoma"/>
                <a:cs typeface="Tahoma"/>
              </a:rPr>
              <a:t>Web-</a:t>
            </a:r>
            <a:r>
              <a:rPr sz="1350" spc="75" dirty="0">
                <a:solidFill>
                  <a:srgbClr val="272424"/>
                </a:solidFill>
                <a:latin typeface="Tahoma"/>
                <a:cs typeface="Tahoma"/>
              </a:rPr>
              <a:t>Based</a:t>
            </a:r>
            <a:r>
              <a:rPr sz="1350" spc="-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272424"/>
                </a:solidFill>
                <a:latin typeface="Tahoma"/>
                <a:cs typeface="Tahoma"/>
              </a:rPr>
              <a:t>User</a:t>
            </a:r>
            <a:r>
              <a:rPr sz="1350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72424"/>
                </a:solidFill>
                <a:latin typeface="Tahoma"/>
                <a:cs typeface="Tahoma"/>
              </a:rPr>
              <a:t>Interface.</a:t>
            </a:r>
            <a:endParaRPr sz="1350">
              <a:latin typeface="Tahoma"/>
              <a:cs typeface="Tahoma"/>
            </a:endParaRPr>
          </a:p>
          <a:p>
            <a:pPr marL="12700" marR="422909">
              <a:lnSpc>
                <a:spcPct val="228200"/>
              </a:lnSpc>
              <a:spcBef>
                <a:spcPts val="5"/>
              </a:spcBef>
            </a:pPr>
            <a:r>
              <a:rPr sz="1350" spc="55" dirty="0">
                <a:solidFill>
                  <a:srgbClr val="272424"/>
                </a:solidFill>
                <a:latin typeface="Tahoma"/>
                <a:cs typeface="Tahoma"/>
              </a:rPr>
              <a:t>Multi-</a:t>
            </a:r>
            <a:r>
              <a:rPr sz="1350" spc="114" dirty="0">
                <a:solidFill>
                  <a:srgbClr val="272424"/>
                </a:solidFill>
                <a:latin typeface="Tahoma"/>
                <a:cs typeface="Tahoma"/>
              </a:rPr>
              <a:t>LLM</a:t>
            </a:r>
            <a:r>
              <a:rPr sz="1350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72424"/>
                </a:solidFill>
                <a:latin typeface="Tahoma"/>
                <a:cs typeface="Tahoma"/>
              </a:rPr>
              <a:t>Integration. </a:t>
            </a:r>
            <a:r>
              <a:rPr sz="1350" spc="75" dirty="0">
                <a:solidFill>
                  <a:srgbClr val="272424"/>
                </a:solidFill>
                <a:latin typeface="Tahoma"/>
                <a:cs typeface="Tahoma"/>
              </a:rPr>
              <a:t>Custom</a:t>
            </a:r>
            <a:r>
              <a:rPr sz="1350" spc="-7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272424"/>
                </a:solidFill>
                <a:latin typeface="Tahoma"/>
                <a:cs typeface="Tahoma"/>
              </a:rPr>
              <a:t>Browser</a:t>
            </a:r>
            <a:r>
              <a:rPr sz="1350" spc="-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72424"/>
                </a:solidFill>
                <a:latin typeface="Tahoma"/>
                <a:cs typeface="Tahoma"/>
              </a:rPr>
              <a:t>Support. </a:t>
            </a:r>
            <a:r>
              <a:rPr sz="1350" spc="50" dirty="0">
                <a:solidFill>
                  <a:srgbClr val="272424"/>
                </a:solidFill>
                <a:latin typeface="Tahoma"/>
                <a:cs typeface="Tahoma"/>
              </a:rPr>
              <a:t>Persistent</a:t>
            </a:r>
            <a:r>
              <a:rPr sz="1350" spc="-8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272424"/>
                </a:solidFill>
                <a:latin typeface="Tahoma"/>
                <a:cs typeface="Tahoma"/>
              </a:rPr>
              <a:t>Browser</a:t>
            </a:r>
            <a:r>
              <a:rPr sz="1350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272424"/>
                </a:solidFill>
                <a:latin typeface="Tahoma"/>
                <a:cs typeface="Tahoma"/>
              </a:rPr>
              <a:t>Sessions.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228200"/>
              </a:lnSpc>
            </a:pPr>
            <a:r>
              <a:rPr sz="1350" spc="65" dirty="0">
                <a:solidFill>
                  <a:srgbClr val="272424"/>
                </a:solidFill>
                <a:latin typeface="Tahoma"/>
                <a:cs typeface="Tahoma"/>
              </a:rPr>
              <a:t>High-</a:t>
            </a:r>
            <a:r>
              <a:rPr sz="1350" spc="10" dirty="0">
                <a:solidFill>
                  <a:srgbClr val="272424"/>
                </a:solidFill>
                <a:latin typeface="Tahoma"/>
                <a:cs typeface="Tahoma"/>
              </a:rPr>
              <a:t>Definition</a:t>
            </a:r>
            <a:r>
              <a:rPr sz="1350" spc="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272424"/>
                </a:solidFill>
                <a:latin typeface="Tahoma"/>
                <a:cs typeface="Tahoma"/>
              </a:rPr>
              <a:t>Screen</a:t>
            </a:r>
            <a:r>
              <a:rPr sz="1350" spc="9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spc="40" dirty="0">
                <a:solidFill>
                  <a:srgbClr val="272424"/>
                </a:solidFill>
                <a:latin typeface="Tahoma"/>
                <a:cs typeface="Tahoma"/>
              </a:rPr>
              <a:t>Recording. </a:t>
            </a:r>
            <a:r>
              <a:rPr sz="1350" spc="50" dirty="0">
                <a:solidFill>
                  <a:srgbClr val="272424"/>
                </a:solidFill>
                <a:latin typeface="Tahoma"/>
                <a:cs typeface="Tahoma"/>
              </a:rPr>
              <a:t>Flexible</a:t>
            </a:r>
            <a:r>
              <a:rPr sz="1350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272424"/>
                </a:solidFill>
                <a:latin typeface="Tahoma"/>
                <a:cs typeface="Tahoma"/>
              </a:rPr>
              <a:t>Deployment</a:t>
            </a:r>
            <a:r>
              <a:rPr sz="1350" spc="-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72424"/>
                </a:solidFill>
                <a:latin typeface="Tahoma"/>
                <a:cs typeface="Tahoma"/>
              </a:rPr>
              <a:t>Options.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0870" y="7522595"/>
            <a:ext cx="1819528" cy="59656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20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45" dirty="0"/>
              <a:t>Web-</a:t>
            </a:r>
            <a:r>
              <a:rPr spc="-570" dirty="0"/>
              <a:t>Based</a:t>
            </a:r>
            <a:r>
              <a:rPr spc="-215" dirty="0"/>
              <a:t> </a:t>
            </a:r>
            <a:r>
              <a:rPr spc="-560" dirty="0"/>
              <a:t>User</a:t>
            </a:r>
            <a:r>
              <a:rPr spc="-204" dirty="0"/>
              <a:t> </a:t>
            </a:r>
            <a:r>
              <a:rPr spc="-465" dirty="0"/>
              <a:t>Interface</a:t>
            </a:r>
            <a:r>
              <a:rPr spc="-210" dirty="0"/>
              <a:t> </a:t>
            </a:r>
            <a:r>
              <a:rPr spc="-645" dirty="0"/>
              <a:t>(WebUI)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788" y="2520695"/>
            <a:ext cx="6244717" cy="42726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579868" y="3792474"/>
            <a:ext cx="5993130" cy="1457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Built</a:t>
            </a:r>
            <a:r>
              <a:rPr sz="175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272424"/>
                </a:solidFill>
                <a:latin typeface="Tahoma"/>
                <a:cs typeface="Tahoma"/>
              </a:rPr>
              <a:t>on</a:t>
            </a:r>
            <a:r>
              <a:rPr sz="1750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50" dirty="0">
                <a:solidFill>
                  <a:srgbClr val="272424"/>
                </a:solidFill>
                <a:latin typeface="Tahoma"/>
                <a:cs typeface="Tahoma"/>
              </a:rPr>
              <a:t>Gradio</a:t>
            </a:r>
            <a:r>
              <a:rPr sz="1750" b="1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sz="175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272424"/>
                </a:solidFill>
                <a:latin typeface="Tahoma"/>
                <a:cs typeface="Tahoma"/>
              </a:rPr>
              <a:t>an</a:t>
            </a:r>
            <a:r>
              <a:rPr sz="175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intuitive</a:t>
            </a:r>
            <a:r>
              <a:rPr sz="175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272424"/>
                </a:solidFill>
                <a:latin typeface="Tahoma"/>
                <a:cs typeface="Tahoma"/>
              </a:rPr>
              <a:t>experience.</a:t>
            </a: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50" spc="80" dirty="0">
                <a:solidFill>
                  <a:srgbClr val="272424"/>
                </a:solidFill>
                <a:latin typeface="Tahoma"/>
                <a:cs typeface="Tahoma"/>
              </a:rPr>
              <a:t>Supports</a:t>
            </a:r>
            <a:r>
              <a:rPr sz="1750" spc="-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60" dirty="0">
                <a:solidFill>
                  <a:srgbClr val="272424"/>
                </a:solidFill>
                <a:latin typeface="Tahoma"/>
                <a:cs typeface="Tahoma"/>
              </a:rPr>
              <a:t>direct</a:t>
            </a:r>
            <a:r>
              <a:rPr sz="1750" b="1" spc="-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105" dirty="0">
                <a:solidFill>
                  <a:srgbClr val="272424"/>
                </a:solidFill>
                <a:latin typeface="Tahoma"/>
                <a:cs typeface="Tahoma"/>
              </a:rPr>
              <a:t>AI-</a:t>
            </a:r>
            <a:r>
              <a:rPr sz="1750" b="1" spc="-70" dirty="0">
                <a:solidFill>
                  <a:srgbClr val="272424"/>
                </a:solidFill>
                <a:latin typeface="Tahoma"/>
                <a:cs typeface="Tahoma"/>
              </a:rPr>
              <a:t>driven</a:t>
            </a:r>
            <a:r>
              <a:rPr sz="1750" b="1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55" dirty="0">
                <a:solidFill>
                  <a:srgbClr val="272424"/>
                </a:solidFill>
                <a:latin typeface="Tahoma"/>
                <a:cs typeface="Tahoma"/>
              </a:rPr>
              <a:t>web</a:t>
            </a:r>
            <a:r>
              <a:rPr sz="1750" b="1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10" dirty="0">
                <a:solidFill>
                  <a:srgbClr val="272424"/>
                </a:solidFill>
                <a:latin typeface="Tahoma"/>
                <a:cs typeface="Tahoma"/>
              </a:rPr>
              <a:t>interactions</a:t>
            </a:r>
            <a:r>
              <a:rPr sz="1750" spc="-10" dirty="0">
                <a:solidFill>
                  <a:srgbClr val="272424"/>
                </a:solidFill>
                <a:latin typeface="Tahoma"/>
                <a:cs typeface="Tahoma"/>
              </a:rPr>
              <a:t>.</a:t>
            </a: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50" spc="70" dirty="0">
                <a:solidFill>
                  <a:srgbClr val="272424"/>
                </a:solidFill>
                <a:latin typeface="Tahoma"/>
                <a:cs typeface="Tahoma"/>
              </a:rPr>
              <a:t>Features</a:t>
            </a:r>
            <a:r>
              <a:rPr sz="1750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sz="1750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45" dirty="0">
                <a:solidFill>
                  <a:srgbClr val="272424"/>
                </a:solidFill>
                <a:latin typeface="Tahoma"/>
                <a:cs typeface="Tahoma"/>
              </a:rPr>
              <a:t>chat-</a:t>
            </a:r>
            <a:r>
              <a:rPr sz="1750" b="1" spc="-20" dirty="0">
                <a:solidFill>
                  <a:srgbClr val="272424"/>
                </a:solidFill>
                <a:latin typeface="Tahoma"/>
                <a:cs typeface="Tahoma"/>
              </a:rPr>
              <a:t>based</a:t>
            </a:r>
            <a:r>
              <a:rPr sz="1750" b="1" spc="-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60" dirty="0">
                <a:solidFill>
                  <a:srgbClr val="272424"/>
                </a:solidFill>
                <a:latin typeface="Tahoma"/>
                <a:cs typeface="Tahoma"/>
              </a:rPr>
              <a:t>command</a:t>
            </a:r>
            <a:r>
              <a:rPr sz="1750" b="1" spc="-50" dirty="0">
                <a:solidFill>
                  <a:srgbClr val="272424"/>
                </a:solidFill>
                <a:latin typeface="Tahoma"/>
                <a:cs typeface="Tahoma"/>
              </a:rPr>
              <a:t> system</a:t>
            </a:r>
            <a:r>
              <a:rPr sz="1750" b="1" spc="-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sz="1750" spc="-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-10" dirty="0">
                <a:solidFill>
                  <a:srgbClr val="272424"/>
                </a:solidFill>
                <a:latin typeface="Tahoma"/>
                <a:cs typeface="Tahoma"/>
              </a:rPr>
              <a:t>automation.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67958" y="2422905"/>
            <a:ext cx="5796280" cy="735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60" dirty="0"/>
              <a:t>Multi-</a:t>
            </a:r>
            <a:r>
              <a:rPr spc="-605" dirty="0"/>
              <a:t>LLM</a:t>
            </a:r>
            <a:r>
              <a:rPr spc="-229" dirty="0"/>
              <a:t> </a:t>
            </a:r>
            <a:r>
              <a:rPr spc="-480" dirty="0"/>
              <a:t>Integration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67958" y="3589782"/>
            <a:ext cx="4460240" cy="2147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spc="-90" dirty="0">
                <a:solidFill>
                  <a:srgbClr val="272424"/>
                </a:solidFill>
                <a:latin typeface="Tahoma"/>
                <a:cs typeface="Tahoma"/>
              </a:rPr>
              <a:t>OpenAI,</a:t>
            </a:r>
            <a:r>
              <a:rPr sz="1750" b="1" spc="-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30" dirty="0">
                <a:solidFill>
                  <a:srgbClr val="272424"/>
                </a:solidFill>
                <a:latin typeface="Tahoma"/>
                <a:cs typeface="Tahoma"/>
              </a:rPr>
              <a:t>Google</a:t>
            </a:r>
            <a:r>
              <a:rPr sz="1750" b="1" spc="-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145" dirty="0">
                <a:solidFill>
                  <a:srgbClr val="272424"/>
                </a:solidFill>
                <a:latin typeface="Tahoma"/>
                <a:cs typeface="Tahoma"/>
              </a:rPr>
              <a:t>AI,</a:t>
            </a:r>
            <a:r>
              <a:rPr sz="1750" b="1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25" dirty="0">
                <a:solidFill>
                  <a:srgbClr val="272424"/>
                </a:solidFill>
                <a:latin typeface="Tahoma"/>
                <a:cs typeface="Tahoma"/>
              </a:rPr>
              <a:t>Azure</a:t>
            </a:r>
            <a:r>
              <a:rPr sz="1750" b="1" spc="-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10" dirty="0">
                <a:solidFill>
                  <a:srgbClr val="272424"/>
                </a:solidFill>
                <a:latin typeface="Tahoma"/>
                <a:cs typeface="Tahoma"/>
              </a:rPr>
              <a:t>OpenAI.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231800"/>
              </a:lnSpc>
            </a:pPr>
            <a:r>
              <a:rPr sz="1750" b="1" spc="-65" dirty="0">
                <a:solidFill>
                  <a:srgbClr val="272424"/>
                </a:solidFill>
                <a:latin typeface="Tahoma"/>
                <a:cs typeface="Tahoma"/>
              </a:rPr>
              <a:t>Anthropic</a:t>
            </a:r>
            <a:r>
              <a:rPr sz="1750" b="1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35" dirty="0">
                <a:solidFill>
                  <a:srgbClr val="272424"/>
                </a:solidFill>
                <a:latin typeface="Tahoma"/>
                <a:cs typeface="Tahoma"/>
              </a:rPr>
              <a:t>Claude,</a:t>
            </a:r>
            <a:r>
              <a:rPr sz="1750" b="1" spc="-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35" dirty="0">
                <a:solidFill>
                  <a:srgbClr val="272424"/>
                </a:solidFill>
                <a:latin typeface="Tahoma"/>
                <a:cs typeface="Tahoma"/>
              </a:rPr>
              <a:t>DeepSeek, </a:t>
            </a:r>
            <a:r>
              <a:rPr sz="1750" b="1" spc="-10" dirty="0">
                <a:solidFill>
                  <a:srgbClr val="272424"/>
                </a:solidFill>
                <a:latin typeface="Tahoma"/>
                <a:cs typeface="Tahoma"/>
              </a:rPr>
              <a:t>Ollama. </a:t>
            </a:r>
            <a:r>
              <a:rPr sz="1750" spc="50" dirty="0">
                <a:solidFill>
                  <a:srgbClr val="272424"/>
                </a:solidFill>
                <a:latin typeface="Tahoma"/>
                <a:cs typeface="Tahoma"/>
              </a:rPr>
              <a:t>Future</a:t>
            </a:r>
            <a:r>
              <a:rPr sz="175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272424"/>
                </a:solidFill>
                <a:latin typeface="Tahoma"/>
                <a:cs typeface="Tahoma"/>
              </a:rPr>
              <a:t>updates</a:t>
            </a:r>
            <a:r>
              <a:rPr sz="1750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will</a:t>
            </a:r>
            <a:r>
              <a:rPr sz="175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272424"/>
                </a:solidFill>
                <a:latin typeface="Tahoma"/>
                <a:cs typeface="Tahoma"/>
              </a:rPr>
              <a:t>add</a:t>
            </a:r>
            <a:r>
              <a:rPr sz="175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272424"/>
                </a:solidFill>
                <a:latin typeface="Tahoma"/>
                <a:cs typeface="Tahoma"/>
              </a:rPr>
              <a:t>more</a:t>
            </a:r>
            <a:r>
              <a:rPr sz="1750" spc="-10" dirty="0">
                <a:solidFill>
                  <a:srgbClr val="272424"/>
                </a:solidFill>
                <a:latin typeface="Tahoma"/>
                <a:cs typeface="Tahoma"/>
              </a:rPr>
              <a:t> integrations. </a:t>
            </a:r>
            <a:r>
              <a:rPr sz="1750" spc="70" dirty="0">
                <a:solidFill>
                  <a:srgbClr val="272424"/>
                </a:solidFill>
                <a:latin typeface="Tahoma"/>
                <a:cs typeface="Tahoma"/>
              </a:rPr>
              <a:t>Enables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90" dirty="0">
                <a:solidFill>
                  <a:srgbClr val="272424"/>
                </a:solidFill>
                <a:latin typeface="Tahoma"/>
                <a:cs typeface="Tahoma"/>
              </a:rPr>
              <a:t>intelligent</a:t>
            </a:r>
            <a:r>
              <a:rPr sz="1750" b="1" spc="-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30" dirty="0">
                <a:solidFill>
                  <a:srgbClr val="272424"/>
                </a:solidFill>
                <a:latin typeface="Tahoma"/>
                <a:cs typeface="Tahoma"/>
              </a:rPr>
              <a:t>decision-</a:t>
            </a:r>
            <a:r>
              <a:rPr sz="1750" b="1" spc="-10" dirty="0">
                <a:solidFill>
                  <a:srgbClr val="272424"/>
                </a:solidFill>
                <a:latin typeface="Tahoma"/>
                <a:cs typeface="Tahoma"/>
              </a:rPr>
              <a:t>making</a:t>
            </a:r>
            <a:r>
              <a:rPr sz="1750" spc="-10" dirty="0">
                <a:solidFill>
                  <a:srgbClr val="272424"/>
                </a:solidFill>
                <a:latin typeface="Tahoma"/>
                <a:cs typeface="Tahoma"/>
              </a:rPr>
              <a:t>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10870" y="7522595"/>
            <a:ext cx="1819528" cy="5965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0870" y="7522595"/>
            <a:ext cx="1819528" cy="59656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20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95" dirty="0"/>
              <a:t>Custom</a:t>
            </a:r>
            <a:r>
              <a:rPr spc="-245" dirty="0"/>
              <a:t> </a:t>
            </a:r>
            <a:r>
              <a:rPr spc="-615" dirty="0"/>
              <a:t>Browser</a:t>
            </a:r>
            <a:r>
              <a:rPr spc="-195" dirty="0"/>
              <a:t> </a:t>
            </a:r>
            <a:r>
              <a:rPr spc="-525" dirty="0"/>
              <a:t>Support</a:t>
            </a:r>
            <a:r>
              <a:rPr spc="-180" dirty="0"/>
              <a:t> </a:t>
            </a:r>
            <a:r>
              <a:rPr spc="-1335" dirty="0"/>
              <a:t>M</a:t>
            </a:r>
            <a:r>
              <a:rPr spc="-210" dirty="0"/>
              <a:t> </a:t>
            </a:r>
            <a:r>
              <a:rPr spc="-465" dirty="0"/>
              <a:t>Persistent</a:t>
            </a:r>
            <a:r>
              <a:rPr spc="-185" dirty="0"/>
              <a:t> </a:t>
            </a:r>
            <a:r>
              <a:rPr spc="-500" dirty="0"/>
              <a:t>Sessions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788" y="2520695"/>
            <a:ext cx="6244717" cy="42726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579868" y="3178810"/>
            <a:ext cx="4829810" cy="272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110" dirty="0">
                <a:solidFill>
                  <a:srgbClr val="272424"/>
                </a:solidFill>
                <a:latin typeface="Tahoma"/>
                <a:cs typeface="Tahoma"/>
              </a:rPr>
              <a:t>Users</a:t>
            </a:r>
            <a:r>
              <a:rPr sz="1750" spc="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95" dirty="0">
                <a:solidFill>
                  <a:srgbClr val="272424"/>
                </a:solidFill>
                <a:latin typeface="Tahoma"/>
                <a:cs typeface="Tahoma"/>
              </a:rPr>
              <a:t>can</a:t>
            </a:r>
            <a:r>
              <a:rPr sz="1750" spc="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integrate</a:t>
            </a:r>
            <a:r>
              <a:rPr sz="1750" spc="9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their</a:t>
            </a:r>
            <a:r>
              <a:rPr sz="1750" spc="8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90" dirty="0">
                <a:solidFill>
                  <a:srgbClr val="272424"/>
                </a:solidFill>
                <a:latin typeface="Tahoma"/>
                <a:cs typeface="Tahoma"/>
              </a:rPr>
              <a:t>own</a:t>
            </a:r>
            <a:r>
              <a:rPr sz="1750" b="1" spc="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10" dirty="0">
                <a:solidFill>
                  <a:srgbClr val="272424"/>
                </a:solidFill>
                <a:latin typeface="Tahoma"/>
                <a:cs typeface="Tahoma"/>
              </a:rPr>
              <a:t>browser</a:t>
            </a:r>
            <a:r>
              <a:rPr sz="1750" spc="-10" dirty="0">
                <a:solidFill>
                  <a:srgbClr val="272424"/>
                </a:solidFill>
                <a:latin typeface="Tahoma"/>
                <a:cs typeface="Tahoma"/>
              </a:rPr>
              <a:t>.</a:t>
            </a: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50" spc="125" dirty="0">
                <a:solidFill>
                  <a:srgbClr val="272424"/>
                </a:solidFill>
                <a:latin typeface="Tahoma"/>
                <a:cs typeface="Tahoma"/>
              </a:rPr>
              <a:t>No</a:t>
            </a:r>
            <a:r>
              <a:rPr sz="1750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272424"/>
                </a:solidFill>
                <a:latin typeface="Tahoma"/>
                <a:cs typeface="Tahoma"/>
              </a:rPr>
              <a:t>need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 to</a:t>
            </a:r>
            <a:r>
              <a:rPr sz="1750" spc="-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25" dirty="0">
                <a:solidFill>
                  <a:srgbClr val="272424"/>
                </a:solidFill>
                <a:latin typeface="Tahoma"/>
                <a:cs typeface="Tahoma"/>
              </a:rPr>
              <a:t>re-</a:t>
            </a:r>
            <a:r>
              <a:rPr sz="1750" b="1" spc="-75" dirty="0">
                <a:solidFill>
                  <a:srgbClr val="272424"/>
                </a:solidFill>
                <a:latin typeface="Tahoma"/>
                <a:cs typeface="Tahoma"/>
              </a:rPr>
              <a:t>login</a:t>
            </a:r>
            <a:r>
              <a:rPr sz="1750" b="1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sz="1750" spc="-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272424"/>
                </a:solidFill>
                <a:latin typeface="Tahoma"/>
                <a:cs typeface="Tahoma"/>
              </a:rPr>
              <a:t>websites.</a:t>
            </a:r>
            <a:endParaRPr sz="1750">
              <a:latin typeface="Tahoma"/>
              <a:cs typeface="Tahoma"/>
            </a:endParaRPr>
          </a:p>
          <a:p>
            <a:pPr marL="20320" marR="5080" indent="-7620">
              <a:lnSpc>
                <a:spcPct val="277100"/>
              </a:lnSpc>
              <a:spcBef>
                <a:spcPts val="590"/>
              </a:spcBef>
            </a:pPr>
            <a:r>
              <a:rPr sz="1750" spc="65" dirty="0">
                <a:solidFill>
                  <a:srgbClr val="272424"/>
                </a:solidFill>
                <a:latin typeface="Tahoma"/>
                <a:cs typeface="Tahoma"/>
              </a:rPr>
              <a:t>Maintains</a:t>
            </a:r>
            <a:r>
              <a:rPr sz="1750" spc="-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272424"/>
                </a:solidFill>
                <a:latin typeface="Tahoma"/>
                <a:cs typeface="Tahoma"/>
              </a:rPr>
              <a:t>authentication</a:t>
            </a:r>
            <a:r>
              <a:rPr sz="1750" spc="-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&amp;</a:t>
            </a:r>
            <a:r>
              <a:rPr sz="1750" spc="-7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20" dirty="0">
                <a:solidFill>
                  <a:srgbClr val="272424"/>
                </a:solidFill>
                <a:latin typeface="Tahoma"/>
                <a:cs typeface="Tahoma"/>
              </a:rPr>
              <a:t>session</a:t>
            </a:r>
            <a:r>
              <a:rPr sz="1750" b="1" spc="-7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60" dirty="0">
                <a:solidFill>
                  <a:srgbClr val="272424"/>
                </a:solidFill>
                <a:latin typeface="Tahoma"/>
                <a:cs typeface="Tahoma"/>
              </a:rPr>
              <a:t>continuity</a:t>
            </a:r>
            <a:r>
              <a:rPr sz="1750" spc="-60" dirty="0">
                <a:solidFill>
                  <a:srgbClr val="272424"/>
                </a:solidFill>
                <a:latin typeface="Tahoma"/>
                <a:cs typeface="Tahoma"/>
              </a:rPr>
              <a:t>. </a:t>
            </a:r>
            <a:r>
              <a:rPr sz="1750" spc="80" dirty="0">
                <a:solidFill>
                  <a:srgbClr val="272424"/>
                </a:solidFill>
                <a:latin typeface="Tahoma"/>
                <a:cs typeface="Tahoma"/>
              </a:rPr>
              <a:t>Supports</a:t>
            </a:r>
            <a:r>
              <a:rPr sz="175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55" dirty="0">
                <a:solidFill>
                  <a:srgbClr val="272424"/>
                </a:solidFill>
                <a:latin typeface="Tahoma"/>
                <a:cs typeface="Tahoma"/>
              </a:rPr>
              <a:t>real-</a:t>
            </a:r>
            <a:r>
              <a:rPr sz="1750" b="1" spc="-114" dirty="0">
                <a:solidFill>
                  <a:srgbClr val="272424"/>
                </a:solidFill>
                <a:latin typeface="Tahoma"/>
                <a:cs typeface="Tahoma"/>
              </a:rPr>
              <a:t>time</a:t>
            </a:r>
            <a:r>
              <a:rPr sz="1750" b="1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10" dirty="0">
                <a:solidFill>
                  <a:srgbClr val="272424"/>
                </a:solidFill>
                <a:latin typeface="Tahoma"/>
                <a:cs typeface="Tahoma"/>
              </a:rPr>
              <a:t>monitoring</a:t>
            </a:r>
            <a:r>
              <a:rPr sz="1750" spc="-10" dirty="0">
                <a:solidFill>
                  <a:srgbClr val="272424"/>
                </a:solidFill>
                <a:latin typeface="Tahoma"/>
                <a:cs typeface="Tahoma"/>
              </a:rPr>
              <a:t>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0870" y="7522595"/>
            <a:ext cx="1819528" cy="59656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30" dirty="0"/>
              <a:t>High-</a:t>
            </a:r>
            <a:r>
              <a:rPr spc="-415" dirty="0"/>
              <a:t>Definition</a:t>
            </a:r>
            <a:r>
              <a:rPr spc="-195" dirty="0"/>
              <a:t> </a:t>
            </a:r>
            <a:r>
              <a:rPr spc="-505" dirty="0"/>
              <a:t>Screen</a:t>
            </a:r>
            <a:r>
              <a:rPr spc="-204" dirty="0"/>
              <a:t> </a:t>
            </a:r>
            <a:r>
              <a:rPr spc="-525" dirty="0"/>
              <a:t>Recording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788" y="1885188"/>
            <a:ext cx="5670550" cy="35045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1304" y="5645022"/>
            <a:ext cx="4213225" cy="1868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260" dirty="0">
                <a:solidFill>
                  <a:srgbClr val="272424"/>
                </a:solidFill>
                <a:latin typeface="Georgia"/>
                <a:cs typeface="Georgia"/>
              </a:rPr>
              <a:t>AI</a:t>
            </a:r>
            <a:r>
              <a:rPr sz="2300" b="1" spc="-85" dirty="0">
                <a:solidFill>
                  <a:srgbClr val="272424"/>
                </a:solidFill>
                <a:latin typeface="Georgia"/>
                <a:cs typeface="Georgia"/>
              </a:rPr>
              <a:t> </a:t>
            </a:r>
            <a:r>
              <a:rPr sz="2300" b="1" spc="-229" dirty="0">
                <a:solidFill>
                  <a:srgbClr val="272424"/>
                </a:solidFill>
                <a:latin typeface="Georgia"/>
                <a:cs typeface="Georgia"/>
              </a:rPr>
              <a:t>Interactions</a:t>
            </a:r>
            <a:r>
              <a:rPr sz="2300" b="1" spc="-100" dirty="0">
                <a:solidFill>
                  <a:srgbClr val="272424"/>
                </a:solidFill>
                <a:latin typeface="Georgia"/>
                <a:cs typeface="Georgia"/>
              </a:rPr>
              <a:t> </a:t>
            </a:r>
            <a:r>
              <a:rPr sz="2300" b="1" spc="-175" dirty="0">
                <a:solidFill>
                  <a:srgbClr val="272424"/>
                </a:solidFill>
                <a:latin typeface="Georgia"/>
                <a:cs typeface="Georgia"/>
              </a:rPr>
              <a:t>in</a:t>
            </a:r>
            <a:r>
              <a:rPr sz="2300" b="1" spc="-90" dirty="0">
                <a:solidFill>
                  <a:srgbClr val="272424"/>
                </a:solidFill>
                <a:latin typeface="Georgia"/>
                <a:cs typeface="Georgia"/>
              </a:rPr>
              <a:t> </a:t>
            </a:r>
            <a:r>
              <a:rPr sz="2300" b="1" spc="-250" dirty="0">
                <a:solidFill>
                  <a:srgbClr val="272424"/>
                </a:solidFill>
                <a:latin typeface="Georgia"/>
                <a:cs typeface="Georgia"/>
              </a:rPr>
              <a:t>Real</a:t>
            </a:r>
            <a:r>
              <a:rPr sz="2300" b="1" spc="-105" dirty="0">
                <a:solidFill>
                  <a:srgbClr val="272424"/>
                </a:solidFill>
                <a:latin typeface="Georgia"/>
                <a:cs typeface="Georgia"/>
              </a:rPr>
              <a:t> </a:t>
            </a:r>
            <a:r>
              <a:rPr sz="2300" b="1" spc="-20" dirty="0">
                <a:solidFill>
                  <a:srgbClr val="272424"/>
                </a:solidFill>
                <a:latin typeface="Georgia"/>
                <a:cs typeface="Georgia"/>
              </a:rPr>
              <a:t>Time</a:t>
            </a:r>
            <a:endParaRPr sz="23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sz="1750" spc="80" dirty="0">
                <a:solidFill>
                  <a:srgbClr val="272424"/>
                </a:solidFill>
                <a:latin typeface="Tahoma"/>
                <a:cs typeface="Tahoma"/>
              </a:rPr>
              <a:t>Watch</a:t>
            </a:r>
            <a:r>
              <a:rPr sz="1750" spc="-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AI-</a:t>
            </a:r>
            <a:r>
              <a:rPr sz="1750" spc="60" dirty="0">
                <a:solidFill>
                  <a:srgbClr val="272424"/>
                </a:solidFill>
                <a:latin typeface="Tahoma"/>
                <a:cs typeface="Tahoma"/>
              </a:rPr>
              <a:t>driven</a:t>
            </a:r>
            <a:r>
              <a:rPr sz="175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90" dirty="0">
                <a:solidFill>
                  <a:srgbClr val="272424"/>
                </a:solidFill>
                <a:latin typeface="Tahoma"/>
                <a:cs typeface="Tahoma"/>
              </a:rPr>
              <a:t>browser</a:t>
            </a:r>
            <a:r>
              <a:rPr sz="1750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272424"/>
                </a:solidFill>
                <a:latin typeface="Tahoma"/>
                <a:cs typeface="Tahoma"/>
              </a:rPr>
              <a:t>interactions.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1750" spc="75" dirty="0">
                <a:solidFill>
                  <a:srgbClr val="272424"/>
                </a:solidFill>
                <a:latin typeface="Tahoma"/>
                <a:cs typeface="Tahoma"/>
              </a:rPr>
              <a:t>Enables</a:t>
            </a:r>
            <a:r>
              <a:rPr sz="1750" spc="114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monitoring</a:t>
            </a:r>
            <a:r>
              <a:rPr sz="1750" spc="1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750" spc="114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272424"/>
                </a:solidFill>
                <a:latin typeface="Tahoma"/>
                <a:cs typeface="Tahoma"/>
              </a:rPr>
              <a:t>debugging.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35"/>
              </a:spcBef>
            </a:pPr>
            <a:r>
              <a:rPr sz="1750" spc="95" dirty="0">
                <a:solidFill>
                  <a:srgbClr val="272424"/>
                </a:solidFill>
                <a:latin typeface="Tahoma"/>
                <a:cs typeface="Tahoma"/>
              </a:rPr>
              <a:t>Secure</a:t>
            </a:r>
            <a:r>
              <a:rPr sz="1750" spc="-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750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272424"/>
                </a:solidFill>
                <a:latin typeface="Tahoma"/>
                <a:cs typeface="Tahoma"/>
              </a:rPr>
              <a:t>configurable</a:t>
            </a:r>
            <a:r>
              <a:rPr sz="1750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272424"/>
                </a:solidFill>
                <a:latin typeface="Tahoma"/>
                <a:cs typeface="Tahoma"/>
              </a:rPr>
              <a:t>video</a:t>
            </a:r>
            <a:r>
              <a:rPr sz="1750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272424"/>
                </a:solidFill>
                <a:latin typeface="Tahoma"/>
                <a:cs typeface="Tahoma"/>
              </a:rPr>
              <a:t>settings.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29093" y="2667889"/>
            <a:ext cx="6854952" cy="40223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2012411"/>
            <a:ext cx="6734175" cy="1522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5600"/>
              </a:lnSpc>
              <a:spcBef>
                <a:spcPts val="95"/>
              </a:spcBef>
            </a:pPr>
            <a:r>
              <a:rPr spc="-425" dirty="0"/>
              <a:t>Installation</a:t>
            </a:r>
            <a:r>
              <a:rPr spc="-229" dirty="0"/>
              <a:t> </a:t>
            </a:r>
            <a:r>
              <a:rPr spc="-1335" dirty="0"/>
              <a:t>M</a:t>
            </a:r>
            <a:r>
              <a:rPr spc="-195" dirty="0"/>
              <a:t> </a:t>
            </a:r>
            <a:r>
              <a:rPr spc="-509" dirty="0"/>
              <a:t>Deployment </a:t>
            </a:r>
            <a:r>
              <a:rPr spc="-459" dirty="0"/>
              <a:t>Options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1304" y="3961587"/>
            <a:ext cx="5170170" cy="2147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b="1" spc="-20" dirty="0">
                <a:solidFill>
                  <a:srgbClr val="272424"/>
                </a:solidFill>
                <a:latin typeface="Tahoma"/>
                <a:cs typeface="Tahoma"/>
              </a:rPr>
              <a:t>Local</a:t>
            </a:r>
            <a:r>
              <a:rPr sz="1750" b="1" spc="-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114" dirty="0">
                <a:solidFill>
                  <a:srgbClr val="272424"/>
                </a:solidFill>
                <a:latin typeface="Tahoma"/>
                <a:cs typeface="Tahoma"/>
              </a:rPr>
              <a:t>Installation:</a:t>
            </a:r>
            <a:r>
              <a:rPr sz="1750" b="1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272424"/>
                </a:solidFill>
                <a:latin typeface="Tahoma"/>
                <a:cs typeface="Tahoma"/>
              </a:rPr>
              <a:t>Python,</a:t>
            </a:r>
            <a:r>
              <a:rPr sz="1750" spc="-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Git,</a:t>
            </a:r>
            <a:r>
              <a:rPr sz="1750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272424"/>
                </a:solidFill>
                <a:latin typeface="Tahoma"/>
                <a:cs typeface="Tahoma"/>
              </a:rPr>
              <a:t>Playwright</a:t>
            </a:r>
            <a:r>
              <a:rPr sz="1750" spc="-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272424"/>
                </a:solidFill>
                <a:latin typeface="Tahoma"/>
                <a:cs typeface="Tahoma"/>
              </a:rPr>
              <a:t>setup.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231800"/>
              </a:lnSpc>
            </a:pPr>
            <a:r>
              <a:rPr sz="1750" b="1" spc="-35" dirty="0">
                <a:solidFill>
                  <a:srgbClr val="272424"/>
                </a:solidFill>
                <a:latin typeface="Tahoma"/>
                <a:cs typeface="Tahoma"/>
              </a:rPr>
              <a:t>Docker</a:t>
            </a:r>
            <a:r>
              <a:rPr sz="1750" b="1" spc="-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114" dirty="0">
                <a:solidFill>
                  <a:srgbClr val="272424"/>
                </a:solidFill>
                <a:latin typeface="Tahoma"/>
                <a:cs typeface="Tahoma"/>
              </a:rPr>
              <a:t>Installation:</a:t>
            </a:r>
            <a:r>
              <a:rPr sz="1750" b="1" spc="-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272424"/>
                </a:solidFill>
                <a:latin typeface="Tahoma"/>
                <a:cs typeface="Tahoma"/>
              </a:rPr>
              <a:t>Deploy</a:t>
            </a:r>
            <a:r>
              <a:rPr sz="1750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110" dirty="0">
                <a:solidFill>
                  <a:srgbClr val="272424"/>
                </a:solidFill>
                <a:latin typeface="Tahoma"/>
                <a:cs typeface="Tahoma"/>
              </a:rPr>
              <a:t>across</a:t>
            </a:r>
            <a:r>
              <a:rPr sz="1750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272424"/>
                </a:solidFill>
                <a:latin typeface="Tahoma"/>
                <a:cs typeface="Tahoma"/>
              </a:rPr>
              <a:t>environments. </a:t>
            </a:r>
            <a:r>
              <a:rPr sz="1750" b="1" spc="-65" dirty="0">
                <a:solidFill>
                  <a:srgbClr val="272424"/>
                </a:solidFill>
                <a:latin typeface="Tahoma"/>
                <a:cs typeface="Tahoma"/>
              </a:rPr>
              <a:t>Customization</a:t>
            </a:r>
            <a:r>
              <a:rPr sz="1750" b="1" spc="-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10" dirty="0">
                <a:solidFill>
                  <a:srgbClr val="272424"/>
                </a:solidFill>
                <a:latin typeface="Tahoma"/>
                <a:cs typeface="Tahoma"/>
              </a:rPr>
              <a:t>Options:</a:t>
            </a: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UI</a:t>
            </a:r>
            <a:r>
              <a:rPr sz="1750" spc="-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272424"/>
                </a:solidFill>
                <a:latin typeface="Tahoma"/>
                <a:cs typeface="Tahoma"/>
              </a:rPr>
              <a:t>Themes,</a:t>
            </a:r>
            <a:r>
              <a:rPr sz="1750" spc="-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272424"/>
                </a:solidFill>
                <a:latin typeface="Tahoma"/>
                <a:cs typeface="Tahoma"/>
              </a:rPr>
              <a:t>Dark</a:t>
            </a:r>
            <a:r>
              <a:rPr sz="1750" spc="-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95" dirty="0">
                <a:solidFill>
                  <a:srgbClr val="272424"/>
                </a:solidFill>
                <a:latin typeface="Tahoma"/>
                <a:cs typeface="Tahoma"/>
              </a:rPr>
              <a:t>Mode,</a:t>
            </a:r>
            <a:r>
              <a:rPr sz="1750" spc="-7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272424"/>
                </a:solidFill>
                <a:latin typeface="Tahoma"/>
                <a:cs typeface="Tahoma"/>
              </a:rPr>
              <a:t>Adjustable</a:t>
            </a:r>
            <a:r>
              <a:rPr sz="1750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-10" dirty="0">
                <a:solidFill>
                  <a:srgbClr val="272424"/>
                </a:solidFill>
                <a:latin typeface="Tahoma"/>
                <a:cs typeface="Tahoma"/>
              </a:rPr>
              <a:t>resolution.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0870" y="7522595"/>
            <a:ext cx="1819528" cy="59656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1464" rIns="0" bIns="0" rtlCol="0">
            <a:spAutoFit/>
          </a:bodyPr>
          <a:lstStyle/>
          <a:p>
            <a:pPr marL="4789170">
              <a:lnSpc>
                <a:spcPct val="100000"/>
              </a:lnSpc>
              <a:spcBef>
                <a:spcPts val="105"/>
              </a:spcBef>
            </a:pPr>
            <a:r>
              <a:rPr spc="-610" dirty="0"/>
              <a:t>Key</a:t>
            </a:r>
            <a:r>
              <a:rPr spc="-200" dirty="0"/>
              <a:t> </a:t>
            </a:r>
            <a:r>
              <a:rPr spc="-550" dirty="0"/>
              <a:t>Use</a:t>
            </a:r>
            <a:r>
              <a:rPr spc="-229" dirty="0"/>
              <a:t> </a:t>
            </a:r>
            <a:r>
              <a:rPr spc="-500" dirty="0"/>
              <a:t>Cases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788" y="2520695"/>
            <a:ext cx="6244717" cy="42726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579868" y="3652266"/>
            <a:ext cx="4766945" cy="2283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60" dirty="0">
                <a:solidFill>
                  <a:srgbClr val="272424"/>
                </a:solidFill>
                <a:latin typeface="Tahoma"/>
                <a:cs typeface="Tahoma"/>
              </a:rPr>
              <a:t>Automate</a:t>
            </a:r>
            <a:r>
              <a:rPr sz="1750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272424"/>
                </a:solidFill>
                <a:latin typeface="Tahoma"/>
                <a:cs typeface="Tahoma"/>
              </a:rPr>
              <a:t>workflows</a:t>
            </a:r>
            <a:r>
              <a:rPr sz="1750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750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272424"/>
                </a:solidFill>
                <a:latin typeface="Tahoma"/>
                <a:cs typeface="Tahoma"/>
              </a:rPr>
              <a:t>extract</a:t>
            </a:r>
            <a:r>
              <a:rPr sz="1750" spc="-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-10" dirty="0">
                <a:solidFill>
                  <a:srgbClr val="272424"/>
                </a:solidFill>
                <a:latin typeface="Tahoma"/>
                <a:cs typeface="Tahoma"/>
              </a:rPr>
              <a:t>information.</a:t>
            </a: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Intelligent</a:t>
            </a:r>
            <a:r>
              <a:rPr sz="1750" spc="8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272424"/>
                </a:solidFill>
                <a:latin typeface="Tahoma"/>
                <a:cs typeface="Tahoma"/>
              </a:rPr>
              <a:t>data</a:t>
            </a:r>
            <a:r>
              <a:rPr sz="1750" spc="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272424"/>
                </a:solidFill>
                <a:latin typeface="Tahoma"/>
                <a:cs typeface="Tahoma"/>
              </a:rPr>
              <a:t>extraction</a:t>
            </a:r>
            <a:r>
              <a:rPr sz="175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sz="1750" spc="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100" dirty="0">
                <a:solidFill>
                  <a:srgbClr val="272424"/>
                </a:solidFill>
                <a:latin typeface="Tahoma"/>
                <a:cs typeface="Tahoma"/>
              </a:rPr>
              <a:t>LLMs.</a:t>
            </a:r>
            <a:endParaRPr sz="1750">
              <a:latin typeface="Tahoma"/>
              <a:cs typeface="Tahoma"/>
            </a:endParaRPr>
          </a:p>
          <a:p>
            <a:pPr marL="20320" marR="221615" indent="-7620">
              <a:lnSpc>
                <a:spcPct val="234000"/>
              </a:lnSpc>
              <a:spcBef>
                <a:spcPts val="465"/>
              </a:spcBef>
            </a:pPr>
            <a:r>
              <a:rPr sz="1750" spc="55" dirty="0">
                <a:solidFill>
                  <a:srgbClr val="272424"/>
                </a:solidFill>
                <a:latin typeface="Tahoma"/>
                <a:cs typeface="Tahoma"/>
              </a:rPr>
              <a:t>Maintain</a:t>
            </a:r>
            <a:r>
              <a:rPr sz="1750" spc="-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272424"/>
                </a:solidFill>
                <a:latin typeface="Tahoma"/>
                <a:cs typeface="Tahoma"/>
              </a:rPr>
              <a:t>seamless</a:t>
            </a:r>
            <a:r>
              <a:rPr sz="1750" spc="-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272424"/>
                </a:solidFill>
                <a:latin typeface="Tahoma"/>
                <a:cs typeface="Tahoma"/>
              </a:rPr>
              <a:t>authentication</a:t>
            </a:r>
            <a:r>
              <a:rPr sz="175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272424"/>
                </a:solidFill>
                <a:latin typeface="Tahoma"/>
                <a:cs typeface="Tahoma"/>
              </a:rPr>
              <a:t>securely. </a:t>
            </a:r>
            <a:r>
              <a:rPr sz="1750" spc="70" dirty="0">
                <a:solidFill>
                  <a:srgbClr val="272424"/>
                </a:solidFill>
                <a:latin typeface="Tahoma"/>
                <a:cs typeface="Tahoma"/>
              </a:rPr>
              <a:t>Test</a:t>
            </a:r>
            <a:r>
              <a:rPr sz="1750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AI</a:t>
            </a:r>
            <a:r>
              <a:rPr sz="1750" spc="-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272424"/>
                </a:solidFill>
                <a:latin typeface="Tahoma"/>
                <a:cs typeface="Tahoma"/>
              </a:rPr>
              <a:t>models</a:t>
            </a:r>
            <a:r>
              <a:rPr sz="1750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sz="1750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100" dirty="0">
                <a:solidFill>
                  <a:srgbClr val="272424"/>
                </a:solidFill>
                <a:latin typeface="Tahoma"/>
                <a:cs typeface="Tahoma"/>
              </a:rPr>
              <a:t>web</a:t>
            </a:r>
            <a:r>
              <a:rPr sz="1750" spc="-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272424"/>
                </a:solidFill>
                <a:latin typeface="Tahoma"/>
                <a:cs typeface="Tahoma"/>
              </a:rPr>
              <a:t>environments.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1304" y="3840860"/>
            <a:ext cx="2900045" cy="735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650" b="1" spc="-455" dirty="0">
                <a:latin typeface="Georgia"/>
                <a:cs typeface="Georgia"/>
              </a:rPr>
              <a:t>Conclusion</a:t>
            </a:r>
            <a:endParaRPr sz="46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1304" y="5007610"/>
            <a:ext cx="5221605" cy="2147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spc="-45" dirty="0">
                <a:solidFill>
                  <a:srgbClr val="272424"/>
                </a:solidFill>
                <a:latin typeface="Tahoma"/>
                <a:cs typeface="Tahoma"/>
              </a:rPr>
              <a:t>WebMind</a:t>
            </a:r>
            <a:r>
              <a:rPr sz="1750" b="1" spc="-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195" dirty="0">
                <a:solidFill>
                  <a:srgbClr val="272424"/>
                </a:solidFill>
                <a:latin typeface="Tahoma"/>
                <a:cs typeface="Tahoma"/>
              </a:rPr>
              <a:t>AI</a:t>
            </a:r>
            <a:r>
              <a:rPr sz="1750" b="1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sz="1750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272424"/>
                </a:solidFill>
                <a:latin typeface="Tahoma"/>
                <a:cs typeface="Tahoma"/>
              </a:rPr>
              <a:t>scalable</a:t>
            </a:r>
            <a:r>
              <a:rPr sz="1750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750" spc="-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272424"/>
                </a:solidFill>
                <a:latin typeface="Tahoma"/>
                <a:cs typeface="Tahoma"/>
              </a:rPr>
              <a:t>customizable.</a:t>
            </a: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50" spc="95" dirty="0">
                <a:solidFill>
                  <a:srgbClr val="272424"/>
                </a:solidFill>
                <a:latin typeface="Tahoma"/>
                <a:cs typeface="Tahoma"/>
              </a:rPr>
              <a:t>Seamless</a:t>
            </a:r>
            <a:r>
              <a:rPr sz="175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10" dirty="0">
                <a:solidFill>
                  <a:srgbClr val="272424"/>
                </a:solidFill>
                <a:latin typeface="Tahoma"/>
                <a:cs typeface="Tahoma"/>
              </a:rPr>
              <a:t>AI</a:t>
            </a:r>
            <a:r>
              <a:rPr sz="175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100" dirty="0">
                <a:solidFill>
                  <a:srgbClr val="272424"/>
                </a:solidFill>
                <a:latin typeface="Tahoma"/>
                <a:cs typeface="Tahoma"/>
              </a:rPr>
              <a:t>web</a:t>
            </a:r>
            <a:r>
              <a:rPr sz="1750" spc="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10" dirty="0">
                <a:solidFill>
                  <a:srgbClr val="272424"/>
                </a:solidFill>
                <a:latin typeface="Tahoma"/>
                <a:cs typeface="Tahoma"/>
              </a:rPr>
              <a:t>interaction,</a:t>
            </a:r>
            <a:r>
              <a:rPr sz="175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272424"/>
                </a:solidFill>
                <a:latin typeface="Tahoma"/>
                <a:cs typeface="Tahoma"/>
              </a:rPr>
              <a:t>persistent</a:t>
            </a:r>
            <a:r>
              <a:rPr sz="175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272424"/>
                </a:solidFill>
                <a:latin typeface="Tahoma"/>
                <a:cs typeface="Tahoma"/>
              </a:rPr>
              <a:t>sessions.</a:t>
            </a: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50" spc="70" dirty="0">
                <a:solidFill>
                  <a:srgbClr val="272424"/>
                </a:solidFill>
                <a:latin typeface="Tahoma"/>
                <a:cs typeface="Tahoma"/>
              </a:rPr>
              <a:t>Multi-</a:t>
            </a:r>
            <a:r>
              <a:rPr sz="1750" spc="150" dirty="0">
                <a:solidFill>
                  <a:srgbClr val="272424"/>
                </a:solidFill>
                <a:latin typeface="Tahoma"/>
                <a:cs typeface="Tahoma"/>
              </a:rPr>
              <a:t>LLM</a:t>
            </a:r>
            <a:r>
              <a:rPr sz="1750" spc="-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272424"/>
                </a:solidFill>
                <a:latin typeface="Tahoma"/>
                <a:cs typeface="Tahoma"/>
              </a:rPr>
              <a:t>support</a:t>
            </a:r>
            <a:r>
              <a:rPr sz="1750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sz="1750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272424"/>
                </a:solidFill>
                <a:latin typeface="Tahoma"/>
                <a:cs typeface="Tahoma"/>
              </a:rPr>
              <a:t>developers.</a:t>
            </a: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50" b="1" spc="-75" dirty="0">
                <a:solidFill>
                  <a:srgbClr val="272424"/>
                </a:solidFill>
                <a:latin typeface="Tahoma"/>
                <a:cs typeface="Tahoma"/>
              </a:rPr>
              <a:t>Empowering</a:t>
            </a:r>
            <a:r>
              <a:rPr sz="1750" b="1" spc="-7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80" dirty="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sz="1750" b="1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80" dirty="0">
                <a:solidFill>
                  <a:srgbClr val="272424"/>
                </a:solidFill>
                <a:latin typeface="Tahoma"/>
                <a:cs typeface="Tahoma"/>
              </a:rPr>
              <a:t>future</a:t>
            </a:r>
            <a:r>
              <a:rPr sz="1750" b="1" spc="-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dirty="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sz="1750" b="1" spc="-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25" dirty="0">
                <a:solidFill>
                  <a:srgbClr val="272424"/>
                </a:solidFill>
                <a:latin typeface="Tahoma"/>
                <a:cs typeface="Tahoma"/>
              </a:rPr>
              <a:t>AI!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9040" y="6812280"/>
            <a:ext cx="572262" cy="46710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965188" y="3263442"/>
            <a:ext cx="7665720" cy="4855845"/>
            <a:chOff x="6965188" y="3263442"/>
            <a:chExt cx="7665720" cy="485584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10871" y="7522594"/>
              <a:ext cx="1819528" cy="59656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5188" y="3263442"/>
              <a:ext cx="7059168" cy="470433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297</Words>
  <Application>Microsoft Office PowerPoint</Application>
  <PresentationFormat>Custom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Georgia</vt:lpstr>
      <vt:lpstr>Tahoma</vt:lpstr>
      <vt:lpstr>Office Theme</vt:lpstr>
      <vt:lpstr>WebMind AI – Advanced AI- Powered Browser Interaction</vt:lpstr>
      <vt:lpstr>Introduction to WebMind AI</vt:lpstr>
      <vt:lpstr>Key Features of WebMind AI</vt:lpstr>
      <vt:lpstr>Web-Based User Interface (WebUI)</vt:lpstr>
      <vt:lpstr>Multi-LLM Integration</vt:lpstr>
      <vt:lpstr>Custom Browser Support M Persistent Sessions</vt:lpstr>
      <vt:lpstr>High-Definition Screen Recording</vt:lpstr>
      <vt:lpstr>Installation M Deployment Options</vt:lpstr>
      <vt:lpstr>Key Use Cases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Himanshu Singh</cp:lastModifiedBy>
  <cp:revision>1</cp:revision>
  <dcterms:created xsi:type="dcterms:W3CDTF">2025-12-05T03:18:18Z</dcterms:created>
  <dcterms:modified xsi:type="dcterms:W3CDTF">2025-12-05T04:07:31Z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2025-04-03T00:00:00Z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2025-12-05T00:00:00Z</vt:filetime>
  </property>
  <property fmtid="{D5CDD505-2E9C-101B-9397-08002B2CF9AE}" pid="5" name="Producer">
    <vt:lpwstr>Microsoft® PowerPoint® 2019</vt:lpwstr>
  </property>
</Properties>
</file>